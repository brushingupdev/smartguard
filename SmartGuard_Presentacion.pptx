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40080"/>
            <a:ext cx="64008" cy="3840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777240"/>
            <a:ext cx="1005840" cy="100584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77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920240" y="80467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920240" y="15727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Vehicular Industrial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7955280" cy="0"/>
          </a:xfrm>
          <a:prstGeom prst="line">
            <a:avLst/>
          </a:prstGeom>
          <a:noFill/>
          <a:ln w="19050">
            <a:solidFill>
              <a:srgbClr val="1E3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4963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 tiempo real por Email y WhatsApp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0449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KPIs y análisis de demoras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593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Multi-planta · Multi-empresa · Roles RBAC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1422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 la nube — sin instalación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Comercial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plantas industriales pierden tiempo sin saberlo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tiempos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7647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esperas de camiones y vehículos se registran en papel o Excel, sin visibilidad en tiempo real.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2588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399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tardías o nulas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7647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supervisores se enteran de las demoras horas después o cuando ya es un problema grave.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9992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3649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historial confiable del flujo vehicular para tomar decisiones ni demostrar SLAs.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26080"/>
            <a:ext cx="64008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29992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plantas, cero unificación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3649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planta opera por separado. No hay vista consolidada para la gerencia.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· Control Vehicular Industrial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digitaliza y automatiza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vehicular de tu planta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651760" cy="128016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1832" y="1737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digital en garita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2176272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guardia registra cada vehículo en un formulario web simple de 3 pasos, en segundos.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645920"/>
            <a:ext cx="2651760" cy="128016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76472" y="1737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Cronómetro automático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2176272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mide el tiempo de espera desde el ingreso hasta la atención de forma automática.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645920"/>
            <a:ext cx="2651760" cy="128016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9904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11112" y="1737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Email y WhatsApp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9048" y="2176272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espera supera el umbral, se notifica al supervisor de inmediato por ambos canales.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2651760" cy="128016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1832" y="3154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tiempo 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593592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gráficos de tendencia, heatmap semanal y ranking de operadores — todo actualizado al instante.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3063240"/>
            <a:ext cx="2651760" cy="128016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64408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76472" y="3154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multi-empresa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64408" y="3593592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gestiona todas las empresas clientes y plantas desde un único panel.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063240"/>
            <a:ext cx="2651760" cy="128016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99048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11112" y="3154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roles (RBAC)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99048" y="3593592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Guardia, Supervisor y Administrador — cada usuario ve solo lo que necesita.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· Control Vehicular Industrial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 — 4 pasos simples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36192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36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237744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 garita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92608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guardia registra el vehículo: patente, empresa, planta, razón de visita. 3 pasos rápidos en la app.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65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53619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536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24328" y="237744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planta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24328" y="292608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inicia el cronómetro automáticamente. Si la espera supera el umbral configurado, dispara la alerta.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65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1536192"/>
            <a:ext cx="685800" cy="6858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536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73168" y="237744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automática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73168" y="292608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supervisor recibe email + WhatsApp con: vehículo, planta, hora de ingreso y minutos de espera.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1371600"/>
            <a:ext cx="1965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0" y="1536192"/>
            <a:ext cx="685800" cy="6858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536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22008" y="237744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reporte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22008" y="292608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entregar documentos se cierra la atención. Queda registrado en el historial para análisis y reportes.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61104"/>
            <a:ext cx="8138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Todo el flujo queda registrado: historial filtrable, exportable a Excel y visible en el dashboard.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· Control Vehicular Industrial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ACCESOS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roles, un sistema unificado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1527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en garita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5000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ingreso de vehículo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282549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estado de atenciones activas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33009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atención al entregar documentos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297680"/>
            <a:ext cx="2331720" cy="320040"/>
          </a:xfrm>
          <a:prstGeom prst="rect">
            <a:avLst/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2976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Tablet o celular en garita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132588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32588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023360" y="1527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2336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operativo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258568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35000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KPIs en tiempo real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56432" y="282549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filtros por fecha/planta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56432" y="33009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alertas de demora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56432" y="377647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exportables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29000" y="4297680"/>
            <a:ext cx="2331720" cy="320040"/>
          </a:xfrm>
          <a:prstGeom prst="rect">
            <a:avLst/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42976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PC o celular en oficina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132588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325880"/>
            <a:ext cx="2606040" cy="731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58000" y="1527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SaaS multi-tenant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2258568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35000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todas las empresas y plantas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91072" y="282549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puntaje de salud por cliente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91072" y="33009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pagos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91072" y="377647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 impersonación por empresa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4297680"/>
            <a:ext cx="2331720" cy="320040"/>
          </a:xfrm>
          <a:prstGeom prst="rect">
            <a:avLst/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42976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Panel de administración exclusivo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· Control Vehicular Industrial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 cuando más importa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664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guardia registra el vehículo → comienza el cronómetro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240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minuto, el sistema revisa la cola de atenciones activas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816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espera supera el umbral (ej. 45 min), encola una alerta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3924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alerta se envía por Email (Resend) y WhatsApp (Green API) simultáneamente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968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queda registrado en el log de alertas para auditoría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1170432"/>
            <a:ext cx="3840480" cy="338328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Mensaje WhatsApp recibido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1609344"/>
            <a:ext cx="3566160" cy="0"/>
          </a:xfrm>
          <a:prstGeom prst="line">
            <a:avLst/>
          </a:prstGeom>
          <a:noFill/>
          <a:ln w="12700">
            <a:solidFill>
              <a:srgbClr val="1E3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SmartGuard — Alerta de Demora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TRANSLOGIC ABC-4521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QUIMICOS Y DERIVADOS · Lomas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Ingreso: 09:52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Espera: 121 min  🔴 Crítico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en plataforma → /alertas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severidad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4160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Moderado  ≥ 45 min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4389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Alto        ≥ 90 min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0" y="4617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Crítico    ≥ 90 min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· Control Vehicular Industrial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SUPERVISOR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Visibilidad total en tiempo real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874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13533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7922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hoy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32888" y="1325880"/>
            <a:ext cx="1874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42616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99816" y="13533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99816" y="17922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promedio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08576" y="1325880"/>
            <a:ext cx="1874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75504" y="13533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75504" y="17922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activas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84264" y="1325880"/>
            <a:ext cx="1874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93992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51192" y="13533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51192" y="17922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cierre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487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del dashboard: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2852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Gráfico de barras: atenciones por hora del día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1638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Heatmap semanal: identifica los días más críticos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474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Ranking de operadores por tiempo promedio de atención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7856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Tendencia de 30 días: evolución de demoras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096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Historial filtrable: fecha, planta, empresa, estado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407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Exportación a Excel de cualquier rango de fechas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377440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Atenciones por hora — Hoy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4069080"/>
            <a:ext cx="347472" cy="365760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480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0" y="3886200"/>
            <a:ext cx="347472" cy="548640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4480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89320" y="3474720"/>
            <a:ext cx="34747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4480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492240" y="3611880"/>
            <a:ext cx="347472" cy="822960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480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995160" y="3749040"/>
            <a:ext cx="347472" cy="685800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4480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98080" y="3977640"/>
            <a:ext cx="347472" cy="457200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4480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001000" y="4160520"/>
            <a:ext cx="347472" cy="274320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01000" y="4480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· Control Vehicular Industrial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moderno, escalable y 100% en la nube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55448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Next.js 16 App Router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29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TypeScript + Tailwind CSS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85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Supabase Realtime (websockets)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441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Deploy: Vercel CDN global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023360" cy="155448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23444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Base de datos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73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Supabase PostgreSQL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929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Row Level Security (RLS)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185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Server Actions (API routes)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441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pg_cron para tareas automáticas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1554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Resend API → Email HTML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Green API → WhatsApp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877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Edge Functions (Deno)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133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Cola de alertas con reintentos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926080"/>
            <a:ext cx="4023360" cy="155448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2608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Seguridad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Supabase Auth (JWT)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RBAC en middleware Next.js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877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Impersonación con cookie segura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4133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Service Role sólo en server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· Control Vehicular Industrial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MULTI-TENANT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plataforma, múltiples clientes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Administrador SmartGuard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2468880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plantas · 5 usuarios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3200400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plantas · 12 usuarios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3931920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planta · 3 usuarios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de gestión: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71907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17190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empresa tiene sus propios datos, usuarios y plantas — completamente aislados por RLS.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0" y="2331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0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ve un puntaje de salud por empresa: actividad, alertas, uso y pagos.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0" y="29443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0" y="29443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self-service: cada empresa recibe un link único para registrarse.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0" y="355701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355701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pagos integrado: estado de plan (trial / activo), fecha de vencimiento.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0" y="416966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416966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Impersonación segura: el admin puede ver la plataforma como un cliente.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· Control Vehicular Industrial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OPERATIVOS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— ¿Cuánto cuesta operar SmartGuard?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8892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325880"/>
            <a:ext cx="178308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325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325880"/>
            <a:ext cx="160020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325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pago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325880"/>
            <a:ext cx="210312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737360"/>
            <a:ext cx="64008" cy="6126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37360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Vercel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737360"/>
            <a:ext cx="1691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737360"/>
            <a:ext cx="1600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17830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web + CDN global. Plan Pro para dominios custom y SLA.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395728"/>
            <a:ext cx="8412480" cy="6126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395728"/>
            <a:ext cx="64008" cy="6126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395728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Supabase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2395728"/>
            <a:ext cx="1691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2395728"/>
            <a:ext cx="1600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$25/mes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4414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BD, auth, realtime y edge functions. Free hasta 50k filas activas.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054096"/>
            <a:ext cx="8412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054096"/>
            <a:ext cx="64008" cy="612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540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Resend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054096"/>
            <a:ext cx="1691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Gratis*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054096"/>
            <a:ext cx="1600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09981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transaccional. Free: 100 emails/día. Pro: 50 000 emails/mes.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712464"/>
            <a:ext cx="8412480" cy="6126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712464"/>
            <a:ext cx="64008" cy="6126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Green 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91840" y="3712464"/>
            <a:ext cx="1691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3712464"/>
            <a:ext cx="1600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~$15/mes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37581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instancia WhatsApp por número. Sin costo por mensaje enviado.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solidFill>
            <a:srgbClr val="E0F2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407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Costo total estimado: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0" y="44074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inicial (free tier): ~$15/mes  ·  Plan completo: ~$80/mes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· Control Vehicular Industrial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COMERCIALES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sugeridos para vender SmartGuard a tus clientes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06040" cy="352044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26060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días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2240280" cy="0"/>
          </a:xfrm>
          <a:prstGeom prst="line">
            <a:avLst/>
          </a:prstGeom>
          <a:noFill/>
          <a:ln w="12700">
            <a:solidFill>
              <a:srgbClr val="1E3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planta · hasta 3 usuarios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1363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vehicular completo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456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demora activas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776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básico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4096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tarjeta de crédito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188720"/>
            <a:ext cx="2606040" cy="352044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18872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353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74720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474720" y="2377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2697480"/>
            <a:ext cx="2240280" cy="0"/>
          </a:xfrm>
          <a:prstGeom prst="line">
            <a:avLst/>
          </a:prstGeom>
          <a:noFill/>
          <a:ln w="12700">
            <a:solidFill>
              <a:srgbClr val="1E3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 plantas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31363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10 usuarios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3456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WhatsApp ilimitados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3776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reportes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4096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por email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1188720"/>
            <a:ext cx="2606040" cy="3520440"/>
          </a:xfrm>
          <a:prstGeom prst="rect">
            <a:avLst/>
          </a:prstGeom>
          <a:solidFill>
            <a:srgbClr val="1A3A6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18872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89420" y="987552"/>
            <a:ext cx="13716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9420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09360" y="1353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09360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309360" y="2377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2697480"/>
            <a:ext cx="2240280" cy="0"/>
          </a:xfrm>
          <a:prstGeom prst="line">
            <a:avLst/>
          </a:prstGeom>
          <a:noFill/>
          <a:ln w="12700">
            <a:solidFill>
              <a:srgbClr val="1E3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ilimitadas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31363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ilimitados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3456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multi-canal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776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avanzado + exportación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4096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 + SLA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4416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API personalizada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Precios sugeridos en USD · Adaptar según mercado local y volumen de clientes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2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 para empezar?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2070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se configura en menos de 24 horas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2560320" cy="2194560"/>
          </a:xfrm>
          <a:prstGeom prst="rect">
            <a:avLst/>
          </a:prstGeom>
          <a:solidFill>
            <a:srgbClr val="162B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21031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una demostración personalizada con tu planta de prueba.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560320" cy="2194560"/>
          </a:xfrm>
          <a:prstGeom prst="rect">
            <a:avLst/>
          </a:prstGeom>
          <a:solidFill>
            <a:srgbClr val="162B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1031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2971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gratuito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3383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días sin costo, con soporte de configuración incluido.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920240"/>
            <a:ext cx="2560320" cy="2194560"/>
          </a:xfrm>
          <a:prstGeom prst="rect">
            <a:avLst/>
          </a:prstGeom>
          <a:solidFill>
            <a:srgbClr val="162B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86600" y="21031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3383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en menos de 24h. Guardias operando desde el primer día.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adrishio09@gmail.com  ·  🌐 smart-guard-six.vercel.app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SmartGuard · Control Vehicular Industrial ·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SmartGuard — Control Vehicular Industrial</dc:title>
  <dc:subject>PptxGenJS Presentation</dc:subject>
  <dc:creator>SmartGuard</dc:creator>
  <cp:lastModifiedBy>SmartGuard</cp:lastModifiedBy>
  <cp:revision>1</cp:revision>
  <dcterms:created xsi:type="dcterms:W3CDTF">2026-05-04T03:27:03Z</dcterms:created>
  <dcterms:modified xsi:type="dcterms:W3CDTF">2026-05-04T03:27:03Z</dcterms:modified>
</cp:coreProperties>
</file>